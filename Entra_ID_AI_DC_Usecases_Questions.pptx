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468880"/>
            <a:ext cx="10728655" cy="1188720"/>
          </a:xfrm>
          <a:prstGeom prst="rect">
            <a:avLst/>
          </a:prstGeom>
          <a:noFill/>
          <a:ln/>
        </p:spPr>
        <p:txBody>
          <a:bodyPr wrap="square" rtlCol="0" anchor="ctr"/>
          <a:lstStyle/>
          <a:p>
            <a:pPr algn="l" indent="0" marL="0">
              <a:buNone/>
            </a:pPr>
            <a:r>
              <a:rPr lang="en-US" sz="4000" b="1" dirty="0">
                <a:solidFill>
                  <a:srgbClr val="1E2761"/>
                </a:solidFill>
                <a:latin typeface="Cambria" pitchFamily="34" charset="0"/>
                <a:ea typeface="Cambria" pitchFamily="34" charset="-122"/>
                <a:cs typeface="Cambria" pitchFamily="34" charset="-120"/>
              </a:rPr>
              <a:t>Microsoft Entra ID &amp; AI/DC Use Cases</a:t>
            </a:r>
            <a:endParaRPr lang="en-US" sz="4000" dirty="0"/>
          </a:p>
        </p:txBody>
      </p:sp>
      <p:sp>
        <p:nvSpPr>
          <p:cNvPr id="3" name="Text 1"/>
          <p:cNvSpPr/>
          <p:nvPr/>
        </p:nvSpPr>
        <p:spPr>
          <a:xfrm>
            <a:off x="731520" y="3566160"/>
            <a:ext cx="10728655" cy="640080"/>
          </a:xfrm>
          <a:prstGeom prst="rect">
            <a:avLst/>
          </a:prstGeom>
          <a:noFill/>
          <a:ln/>
        </p:spPr>
        <p:txBody>
          <a:bodyPr wrap="square" rtlCol="0" anchor="ctr"/>
          <a:lstStyle/>
          <a:p>
            <a:pPr algn="l" indent="0" marL="0">
              <a:buNone/>
            </a:pPr>
            <a:r>
              <a:rPr lang="en-US" sz="2000" dirty="0">
                <a:solidFill>
                  <a:srgbClr val="36454F"/>
                </a:solidFill>
                <a:latin typeface="Calibri" pitchFamily="34" charset="0"/>
                <a:ea typeface="Calibri" pitchFamily="34" charset="-122"/>
                <a:cs typeface="Calibri" pitchFamily="34" charset="-120"/>
              </a:rPr>
              <a:t>20 Scenario-Based Questions | Level: Intermediate to Hard</a:t>
            </a:r>
            <a:endParaRPr lang="en-US" sz="2000" dirty="0"/>
          </a:p>
        </p:txBody>
      </p:sp>
      <p:sp>
        <p:nvSpPr>
          <p:cNvPr id="4" name="Text 2"/>
          <p:cNvSpPr/>
          <p:nvPr/>
        </p:nvSpPr>
        <p:spPr>
          <a:xfrm>
            <a:off x="731520" y="6035040"/>
            <a:ext cx="10728655" cy="365760"/>
          </a:xfrm>
          <a:prstGeom prst="rect">
            <a:avLst/>
          </a:prstGeom>
          <a:noFill/>
          <a:ln/>
        </p:spPr>
        <p:txBody>
          <a:bodyPr wrap="square" rtlCol="0" anchor="ctr"/>
          <a:lstStyle/>
          <a:p>
            <a:pPr algn="l" indent="0" marL="0">
              <a:buNone/>
            </a:pPr>
            <a:r>
              <a:rPr lang="en-US" sz="1300" dirty="0">
                <a:solidFill>
                  <a:srgbClr val="6B6B6B"/>
                </a:solidFill>
                <a:latin typeface="Calibri" pitchFamily="34" charset="0"/>
                <a:ea typeface="Calibri" pitchFamily="34" charset="-122"/>
                <a:cs typeface="Calibri" pitchFamily="34" charset="-120"/>
              </a:rPr>
              <a:t>Part 1 of 2 — Questions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Entra ID Concepts / AI-DC</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 company runs AI model-training clusters split across two on-prem data centers and Azure. They want single sign-on for data scientists without depending on LDAP or Kerberos.</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Which Entra ID characteristic makes it suitable here, and what protocols replace LDAP and Kerberos?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Q2</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Workload Identity / AI-DC</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An ML engineering team spins up GPU virtual machines on demand. Each VM must read secrets from Azure Key Vault to load model weights, but the team wants to avoid storing any credentials on the VM image.</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Which Entra ID feature should be used, and why does it avoid credential storage?</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Q3</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Entra ID Join</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Data scientists' Windows workstations are Entra ID Joined. The organization wants SSO to managed SaaS apps, roaming of user settings across devices, and Microsoft Store for Business access — all without extra configuration.</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Which single Entra ID capability delivers all three benefits, and what additional security control can be layered on for AI workstations?</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Q4</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Group Management</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As employees move into the 'AI Engineering' job title, the data center operations team wants them automatically added to the correct access group, with no manual group editing.</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What group configuration solves this, and which assignment type is required?</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Q5</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Multi-Tenant Governance</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 multinational AI company keeps separate Entra ID tenants for its US and EU data centers for data-sovereignty reasons, but occasionally needs to let an EU data scientist collaborate on a US-hosted AI project.</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Describe the relationship between the two tenants and how cross-tenant collaboration should be enabled.</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Q6</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Self-Service Password Reset</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Security wants AI lab users to be able to reset their own passwords, but policy requires at least two authentication methods and mandatory registration, similar to MFA enforcement.</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How should SSPR be configured to meet this policy?</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Q7</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Bulk User Provisioning</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The company is onboarding 5,000 AI researchers from an HR system using a bulk CSV import into Entra ID.</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What key implementation considerations must the import script account for?</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Q8</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Privileged Access / AI-DC</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 third-party vendor needs temporary elevated access to update GPU cluster firmware in the data center, but should never hold a standing Global Administrator role.</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Which Entra ID capability enforces least-privilege, time-bound access here?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Q9</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Conditional Access / AI-DC</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Sensitive AI training datasets are exposed through an API protected by Entra ID. Security wants access allowed only from compliant, managed devices connecting from approved data center network locations.</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Which Entra ID feature(s) enforce this, and how are the two requirements combined?</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Q10</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Workload Identity / AI-DC</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An AI inference service running as an Azure Function needs to call Microsoft Graph to read calendar data, but the team wants to avoid embedding client secrets in code or configuration.</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What identity model should be used, and what must still be configured separately?</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Q11</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AD DS vs Entra ID</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 legacy on-prem AI data pipeline tool only supports LDAP queries and Kerberos authentication, but the organization is migrating identity to Entra ID.</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What is the core compatibility gap, and how is it typically addressed?</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Q12</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Identity Governance</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Guest accounts were created over time for partners assisting with an AI compute cluster project. Compliance wants stale guest access removed automatically on a recurring schedule.</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Which Entra ID governance feature should be configured?</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Q13</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Licensing / Editions</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The security team wants to roll out Conditional Access and Privileged Identity Management to protect administrative accounts tied to the AI data center.</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What is the minimum Entra ID edition required, and why?</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Q14</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Hybrid Identity</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 new data center expansion still relies on an on-prem Active Directory for some legacy systems, but new AI applications need cloud SSO through Entra ID.</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What mechanism bridges the two environments, and what type of user identity results?</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Q15</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Group Types</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The organization needs one set of groups purely to control RBAC access to AI compute resources, and a separate set to give AI project teams shared mailboxes, calendars, and Teams channels.</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Which two group types map to these needs respectively?</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Q16</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Group Management</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GPU Lab automation accounts register devices following a strict naming convention. The team wants a group that automatically contains every device matching that pattern, without manual additions.</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What group configuration is appropriate?</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Q17</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User Lifecycle</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An AI researcher's account was deleted as part of an offboarding process, but it was later discovered they were terminated in error and still need access to in-progress model artifacts.</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Can the account be recovered, within what window, and what is restored along with it?</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Q18</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Role-Based Administration</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An operations lead needs to bulk-create AI lab accounts and reset researcher passwords, but the security team refuses to grant a permanent Global Administrator role for this.</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What is the least-privilege role assignment that satisfies the requirement?</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Q19</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B2B Collaboration / AI-DC</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An external partner company's data scientists need access to one specific AI resource group in the data center's Azure subscription, but must have zero visibility into any other tenant resources.</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What is the correct, least-privilege way to grant this access?</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Q20</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Auditing &amp; Compliance</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Compliance requires proof of who accessed sensitive AI training data hosted in the data center's storage, and logs must be retained well beyond Entra ID's default retention period.</a:t>
            </a:r>
            <a:endParaRPr lang="en-US" sz="1700" dirty="0"/>
          </a:p>
        </p:txBody>
      </p:sp>
      <p:sp>
        <p:nvSpPr>
          <p:cNvPr id="7" name="Text 5"/>
          <p:cNvSpPr/>
          <p:nvPr/>
        </p:nvSpPr>
        <p:spPr>
          <a:xfrm>
            <a:off x="731520" y="352044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Question</a:t>
            </a:r>
            <a:endParaRPr lang="en-US" sz="1400" dirty="0"/>
          </a:p>
        </p:txBody>
      </p:sp>
      <p:sp>
        <p:nvSpPr>
          <p:cNvPr id="8" name="Text 6"/>
          <p:cNvSpPr/>
          <p:nvPr/>
        </p:nvSpPr>
        <p:spPr>
          <a:xfrm>
            <a:off x="731520" y="3886200"/>
            <a:ext cx="10728655" cy="1463040"/>
          </a:xfrm>
          <a:prstGeom prst="rect">
            <a:avLst/>
          </a:prstGeom>
          <a:noFill/>
          <a:ln/>
        </p:spPr>
        <p:txBody>
          <a:bodyPr wrap="square" lIns="0" tIns="0" rIns="0" bIns="0"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Which native Entra ID capability provides this data, and how is long-term retention achieved?</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0"/>
            <a:ext cx="10728655" cy="914400"/>
          </a:xfrm>
          <a:prstGeom prst="rect">
            <a:avLst/>
          </a:prstGeom>
          <a:noFill/>
          <a:ln/>
        </p:spPr>
        <p:txBody>
          <a:bodyPr wrap="square"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End of Questions</a:t>
            </a:r>
            <a:endParaRPr lang="en-US" sz="3400" dirty="0"/>
          </a:p>
        </p:txBody>
      </p:sp>
      <p:sp>
        <p:nvSpPr>
          <p:cNvPr id="3" name="Text 1"/>
          <p:cNvSpPr/>
          <p:nvPr/>
        </p:nvSpPr>
        <p:spPr>
          <a:xfrm>
            <a:off x="731520" y="3657600"/>
            <a:ext cx="10728655" cy="548640"/>
          </a:xfrm>
          <a:prstGeom prst="rect">
            <a:avLst/>
          </a:prstGeom>
          <a:noFill/>
          <a:ln/>
        </p:spPr>
        <p:txBody>
          <a:bodyPr wrap="square" rtlCol="0" anchor="ctr"/>
          <a:lstStyle/>
          <a:p>
            <a:pPr algn="l" indent="0" marL="0">
              <a:buNone/>
            </a:pPr>
            <a:r>
              <a:rPr lang="en-US" sz="1800" dirty="0">
                <a:solidFill>
                  <a:srgbClr val="36454F"/>
                </a:solidFill>
                <a:latin typeface="Calibri" pitchFamily="34" charset="0"/>
                <a:ea typeface="Calibri" pitchFamily="34" charset="-122"/>
                <a:cs typeface="Calibri" pitchFamily="34" charset="-120"/>
              </a:rPr>
              <a:t>See the companion Answers deck for explanations.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Entra ID &amp; AI/Data Center Use Cases - Questions</dc:title>
  <dc:subject>PptxGenJS Presentation</dc:subject>
  <dc:creator>Azure Training</dc:creator>
  <cp:lastModifiedBy>Azure Training</cp:lastModifiedBy>
  <cp:revision>1</cp:revision>
  <dcterms:created xsi:type="dcterms:W3CDTF">2026-06-21T02:49:53Z</dcterms:created>
  <dcterms:modified xsi:type="dcterms:W3CDTF">2026-06-21T02:49:53Z</dcterms:modified>
</cp:coreProperties>
</file>